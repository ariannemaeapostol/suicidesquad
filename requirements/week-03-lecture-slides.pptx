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OFF — this is the Fundamentals Wall. Routing, validation, controllers by hand. You can't review AI code later for things you never built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 concrete example: user opens the orders page. Client sends GET, server runs your code and gathers data, server returns status + data, client renders. The mental shift: your code waits and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= verb, path = noun, headers = metadata, body = the payload. Show the example: a POST to /orders carrying a JSON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Response = status + headers + body. The status code is the first thing to read — it says whether it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Memorize this. The most common beginner error is doing creates or deletes with GET — enforce the mapping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 the 4xx vs 5xx distinction hard. 4xx = client sent bad input; 5xx = your code threw. This sets up Week 4 validation (422).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pattern, not a framework. Decoupling just means the response body is data instead of a page. Teams pick one and stay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maps method + path to a handler. Route parameters (:id) name a specific record. This table is exactly what teams build in the lab — one row per CRUD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database this week — routing skeleton only. Reinforce AI-off and the coming checkpoint. Every route owned; merges via reviewed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round trip and the routing table. Next week: defend these routes with validation. Still AI-off.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206240" cy="420624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oval">
            <a:avLst/>
          </a:prstGeom>
          <a:solidFill>
            <a:srgbClr val="C05621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822960" cy="82296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523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PHASE 2 — THE LOGIC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Request-Response Lifecycle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— AI-Assisted Applied Bootcamp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526280"/>
            <a:ext cx="2194560" cy="384048"/>
          </a:xfrm>
          <a:prstGeom prst="roundedRectangle">
            <a:avLst>
              <a:gd name="adj" fmla="val 14286"/>
            </a:avLst>
          </a:prstGeom>
          <a:solidFill>
            <a:srgbClr val="C05621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526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OFF · FUNDAMENTALS WALL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can…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" cy="60350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1699321"/>
            <a:ext cx="313822" cy="313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361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trip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49040" y="15361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request from client to server and back.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603504" cy="60350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" y="2540569"/>
            <a:ext cx="313822" cy="3138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774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49040" y="237744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parts of a request and a response.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236976"/>
            <a:ext cx="603504" cy="60350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3381817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186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&amp; status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49040" y="32186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HTTP methods to CRUD and read status codes.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078224"/>
            <a:ext cx="603504" cy="60350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4223065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0599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749040" y="405993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routing table and explain what a router does.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 TRIP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in, response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2468880" cy="1554480"/>
          </a:xfrm>
          <a:prstGeom prst="roundedRectangle">
            <a:avLst>
              <a:gd name="adj" fmla="val 470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10312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47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29992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0" y="1920240"/>
            <a:ext cx="2468880" cy="1554480"/>
          </a:xfrm>
          <a:prstGeom prst="roundedRectangle">
            <a:avLst>
              <a:gd name="adj" fmla="val 470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12280" y="210312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954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989320" y="29992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29000" y="2331720"/>
            <a:ext cx="2286000" cy="0"/>
          </a:xfrm>
          <a:prstGeom prst="line">
            <a:avLst/>
          </a:prstGeom>
          <a:noFill/>
          <a:ln w="25400">
            <a:solidFill>
              <a:srgbClr val="2D5A8C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429000" y="2971800"/>
            <a:ext cx="2286000" cy="0"/>
          </a:xfrm>
          <a:prstGeom prst="line">
            <a:avLst/>
          </a:prstGeom>
          <a:noFill/>
          <a:ln w="25400">
            <a:solidFill>
              <a:srgbClr val="C05621"/>
            </a:solidFill>
            <a:prstDash val="solid"/>
            <a:headEnd type="triangle"/>
          </a:ln>
        </p:spPr>
      </p:sp>
      <p:sp>
        <p:nvSpPr>
          <p:cNvPr id="17" name="Text 13"/>
          <p:cNvSpPr/>
          <p:nvPr/>
        </p:nvSpPr>
        <p:spPr>
          <a:xfrm>
            <a:off x="34290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3977640"/>
            <a:ext cx="8138160" cy="731520"/>
          </a:xfrm>
          <a:prstGeom prst="roundedRectangle">
            <a:avLst>
              <a:gd name="adj" fmla="val 7500"/>
            </a:avLst>
          </a:prstGeom>
          <a:solidFill>
            <a:srgbClr val="F6E9DF"/>
          </a:solidFill>
          <a:ln/>
        </p:spPr>
      </p:sp>
      <p:sp>
        <p:nvSpPr>
          <p:cNvPr id="19" name="Text 15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doesn't “run the page.” It waits, receives a request, and returns a response. Everything this phase builds lives on the server side of that arrow.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96596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164592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254" y="17775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54203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verb: GET, POST, PUT, DELETE.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633472" y="1463040"/>
            <a:ext cx="196596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42132" y="164592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6" y="17775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3472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770632" y="254203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resource: /orders, /orders/42.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764024" y="1463040"/>
            <a:ext cx="196596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72684" y="164592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58" y="17775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64024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901184" y="254203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content type, auth token.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94576" y="1463040"/>
            <a:ext cx="196596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03236" y="164592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910" y="17775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94576" y="2240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031736" y="254203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sent (create / update only).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2920" y="3383280"/>
            <a:ext cx="8138160" cy="1234440"/>
          </a:xfrm>
          <a:prstGeom prst="roundedRectangle">
            <a:avLst>
              <a:gd name="adj" fmla="val 3704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67512" y="3493008"/>
            <a:ext cx="780897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/orders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"item": "Cake", "qty": 2 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64592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17775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40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54203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work? 200, 201, 404, 500.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164592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214" y="17775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240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29000" y="254203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about the response.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463040"/>
            <a:ext cx="2606040" cy="1737360"/>
          </a:xfrm>
          <a:prstGeom prst="roundedRectangle">
            <a:avLst>
              <a:gd name="adj" fmla="val 421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9460" y="164592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134" y="17775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240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17920" y="2542032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or the error message.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3383280"/>
            <a:ext cx="8138160" cy="1188720"/>
          </a:xfrm>
          <a:prstGeom prst="roundedRectangle">
            <a:avLst>
              <a:gd name="adj" fmla="val 3846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7512" y="3493008"/>
            <a:ext cx="78089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42, "item": "Cake", "qty": 2 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MAP TO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right verb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658368"/>
          </a:xfrm>
          <a:prstGeom prst="roundedRectangle">
            <a:avLst>
              <a:gd name="adj" fmla="val 8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09344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741018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46120" y="15544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09160" y="15544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/orders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340864"/>
            <a:ext cx="8138160" cy="658368"/>
          </a:xfrm>
          <a:prstGeom prst="roundedRectangle">
            <a:avLst>
              <a:gd name="adj" fmla="val 8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" y="2395728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2527402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3408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246120" y="234086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09160" y="23408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/orders  ·  GET /orders/42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3127248"/>
            <a:ext cx="8138160" cy="658368"/>
          </a:xfrm>
          <a:prstGeom prst="roundedRectangle">
            <a:avLst>
              <a:gd name="adj" fmla="val 8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" y="3182112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31378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127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/ PATCH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246120" y="31272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09160" y="31272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/orders/42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3913632"/>
            <a:ext cx="8138160" cy="658368"/>
          </a:xfrm>
          <a:prstGeom prst="roundedRectangle">
            <a:avLst>
              <a:gd name="adj" fmla="val 8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" y="3968496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4100170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91363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246120" y="39136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709160" y="39136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/orders/42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STATUS CODES BY 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digit tells the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2011680"/>
          </a:xfrm>
          <a:prstGeom prst="roundedRectangle">
            <a:avLst>
              <a:gd name="adj" fmla="val 363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2xx — Success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67919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worked. 200 OK, 201 Created.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606040" cy="2011680"/>
          </a:xfrm>
          <a:prstGeom prst="roundedRectangle">
            <a:avLst>
              <a:gd name="adj" fmla="val 3636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9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4xx — Your fault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383280" y="267919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sent something wrong. 400, 404, 422.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1600200"/>
            <a:ext cx="2606040" cy="2011680"/>
          </a:xfrm>
          <a:prstGeom prst="roundedRectangle">
            <a:avLst>
              <a:gd name="adj" fmla="val 363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1783080"/>
            <a:ext cx="548640" cy="548640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69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5xx — Server fault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126480" y="2679192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broke. 500 Internal Server Error.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3840480"/>
            <a:ext cx="8138160" cy="731520"/>
          </a:xfrm>
          <a:prstGeom prst="roundedRectangle">
            <a:avLst>
              <a:gd name="adj" fmla="val 7500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is the client's fault; 5xx is yours. Confusing them is the most common beginner mistake in error handling — and it matters next week.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VS. DECOUPLED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lifecycle underneath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886200" cy="2651760"/>
          </a:xfrm>
          <a:prstGeom prst="roundedRectangle">
            <a:avLst>
              <a:gd name="adj" fmla="val 2759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1554480"/>
            <a:ext cx="3886200" cy="2651760"/>
          </a:xfrm>
          <a:prstGeom prst="roundedRectangle">
            <a:avLst>
              <a:gd name="adj" fmla="val 2759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10512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42186"/>
            <a:ext cx="285293" cy="2852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810512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74" y="194218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71500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Decoupled (API + client)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2514600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builds the whole HTML page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moving parts, simple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= a finished page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2514600"/>
            <a:ext cx="3429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data (JSON)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client renders it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can serve web, mobile, partners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pattern now and stay consistent — the request-response cycle is identical either way.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IS A DISPATCHER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+ path → handler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is the switchboard: it reads a request's method and path, then decides which piece of your code — the handler —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8138160" cy="1828800"/>
          </a:xfrm>
          <a:prstGeom prst="roundedRectangle">
            <a:avLst>
              <a:gd name="adj" fmla="val 2500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304288"/>
            <a:ext cx="78089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/orders        -&gt;  listOrders()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  /orders/:id    -&gt;  showOrder(id)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 /orders        -&gt;  createOrder()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   /orders/:id    -&gt;  updateOrder(id)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/orders/:id    -&gt;  deleteOrder(id)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160520"/>
            <a:ext cx="8138160" cy="548640"/>
          </a:xfrm>
          <a:prstGeom prst="roundedRectangle">
            <a:avLst>
              <a:gd name="adj" fmla="val 10000"/>
            </a:avLst>
          </a:prstGeom>
          <a:solidFill>
            <a:srgbClr val="F6E9D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“:id” is a route parameter — the variable part of the path that names one specific record.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routing skeleton — by 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9191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table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route per CRUD story, correct methods.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830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03" y="19191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 handlers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standardized placeholder responses.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830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423" y="191914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every route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3679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curl/Postman; check status codes.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8138160" cy="96012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6118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OFF. Build this yourself — the Week 5 checkpoint tests whether you personally can create and fix a route. No database logic yet; skeleton only.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023360" cy="402336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 interaction is a request in, a response out — your code waits and answers.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= method + path + headers + body; a response = status + headers + body.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map to CRUD; read status codes by family (2xx / 4xx / 5xx).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dispatches method + path to a handler. You built that skeleton by hand — no AI.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Request-Response Lifecycle</dc:title>
  <dc:subject>PptxGenJS Presentation</dc:subject>
  <dc:creator>Course Instructor</dc:creator>
  <cp:lastModifiedBy>Course Instructor</cp:lastModifiedBy>
  <cp:revision>1</cp:revision>
  <dcterms:created xsi:type="dcterms:W3CDTF">2026-07-22T09:49:13Z</dcterms:created>
  <dcterms:modified xsi:type="dcterms:W3CDTF">2026-07-22T09:49:13Z</dcterms:modified>
</cp:coreProperties>
</file>