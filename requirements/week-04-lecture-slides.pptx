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AI-off. Last week routes learned to receive requests; this week they learn to defend against them. Defensive thinking is exactly the judgment you're here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myth to kill: 'the browser already checks it.' Client-side is UX and is trivially bypassed; server-side is non-negotiable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rejects; sanitization cleans. Example: trim ' Cake ' to 'Cake' (sanitize), but reject qty: -3 (validate).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this checklist to apply to every field. Missing one rule is a hole in the 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 fast: check the bad cases first and return early. Keeps handlers flat and guarantees only valid data reaches the real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error shape everywhere: status + message + field. Never leak internals to the client — log them server-side.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conceptual — full auth may be out of scope. What matters: recognize routes that need a guard. Even an ownership check is authorization. 403 = forbidden, distinct from 422.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build the matrix, implement guard-clause validation, then try to break their own app. Any 500 from bad input is a bug to fix. Reinforce AI-off.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validate on the server, fail fast, standardize errors. Next week: controllers + tests + the live AI-off checkpoint. Deliverable 2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206240" cy="420624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oval">
            <a:avLst/>
          </a:prstGeom>
          <a:solidFill>
            <a:srgbClr val="C05621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822960" cy="82296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523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PHASE 2 — THE LOGIC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 &amp; Defensive Coding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— AI-Assisted Applied Bootcamp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526280"/>
            <a:ext cx="2194560" cy="384048"/>
          </a:xfrm>
          <a:prstGeom prst="roundedRectangle">
            <a:avLst>
              <a:gd name="adj" fmla="val 14286"/>
            </a:avLst>
          </a:prstGeom>
          <a:solidFill>
            <a:srgbClr val="C05621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526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OFF · FUNDAMENTALS WALL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can…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" cy="60350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1699321"/>
            <a:ext cx="313822" cy="313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361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input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49040" y="15361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input can't be trusted and where validation belongs.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603504" cy="60350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" y="2540569"/>
            <a:ext cx="313822" cy="3138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774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vs. sanitize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49040" y="237744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rejecting bad input from cleaning it.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236976"/>
            <a:ext cx="603504" cy="60350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3381817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186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rules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49040" y="32186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common field types: presence, type, range, format.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078224"/>
            <a:ext cx="603504" cy="60350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4223065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0599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patterns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749040" y="405993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guard clauses and standardized error responses.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THE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input is guilty until proven innocent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86200" cy="2331720"/>
          </a:xfrm>
          <a:prstGeom prst="roundedRectangle">
            <a:avLst>
              <a:gd name="adj" fmla="val 3137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1600200"/>
            <a:ext cx="3886200" cy="2331720"/>
          </a:xfrm>
          <a:prstGeom prst="roundedRectangle">
            <a:avLst>
              <a:gd name="adj" fmla="val 313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56232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87906"/>
            <a:ext cx="285293" cy="2852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856232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74" y="198790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check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7150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check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256032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 experience — instant feedback. Can be bypassed trivially.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29200" y="256032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safety — the real gate. The client can lie, so you validate here even if the browser already did.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2920" y="4114800"/>
            <a:ext cx="8138160" cy="566928"/>
          </a:xfrm>
          <a:prstGeom prst="roundedRectangle">
            <a:avLst>
              <a:gd name="adj" fmla="val 9677"/>
            </a:avLst>
          </a:prstGeom>
          <a:solidFill>
            <a:srgbClr val="F6E9DF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41148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input causes crashes, corrupt data, and security holes. Validation is the seatbelt of the logic layer.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VS. SANITIZATION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1737360"/>
          </a:xfrm>
          <a:prstGeom prst="roundedRectangle">
            <a:avLst>
              <a:gd name="adj" fmla="val 4211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66928" cy="56692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9648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96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68880"/>
            <a:ext cx="3465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input that breaks the rules. “Quantity must be a positive number.” If it fails, stop and return an error.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7764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82880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03" y="196486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196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2468880"/>
            <a:ext cx="3465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input you accept. Trim whitespace, normalize casing, strip dangerous characters. The value is kept, but tidied.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566160"/>
            <a:ext cx="8138160" cy="868680"/>
          </a:xfrm>
          <a:prstGeom prst="roundedRectangle">
            <a:avLst>
              <a:gd name="adj" fmla="val 6316"/>
            </a:avLst>
          </a:prstGeom>
          <a:solidFill>
            <a:srgbClr val="F6E9DF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5661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validate first (is this acceptable at all?), then sanitize what you keep (normalize it for storage).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checklist for any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09928"/>
            <a:ext cx="475488" cy="47548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17" y="1824045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20756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 missing or empty?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709928"/>
            <a:ext cx="475488" cy="47548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837" y="182404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655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3008" y="20756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type? number, string, date.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1508760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709928"/>
            <a:ext cx="475488" cy="47548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57" y="1824045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655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/ range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81928" y="20756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bounds? qty 1–999.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2907792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108960"/>
            <a:ext cx="475488" cy="47548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17" y="3223077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4088" y="3474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pattern? email, date.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2907792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108960"/>
            <a:ext cx="475488" cy="47548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837" y="3223077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Allowed values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493008" y="3474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a fixed set? {pending, paid}.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0760" y="2907792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108960"/>
            <a:ext cx="475488" cy="47548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757" y="3223077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81928" y="3474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thing it points to exist?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— FAIL FAST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bad cases first, exit early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2286000"/>
          </a:xfrm>
          <a:prstGeom prst="roundedRectangle">
            <a:avLst>
              <a:gd name="adj" fmla="val 2000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18488"/>
            <a:ext cx="78089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createOrder(request):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request.body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data.item is missing:       return response(422, "item is required")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data.qty is not a number:   return response(422, "qty must be a number")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data.qty &lt; 1:               return response(422, "qty must be &gt;= 1")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only valid data reaches here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create the order ...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response(201, createdOrder)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8138160" cy="658368"/>
          </a:xfrm>
          <a:prstGeom prst="roundedRectangle">
            <a:avLst>
              <a:gd name="adj" fmla="val 8333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776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at the TOP keep bad data away from your logic and keep handlers flat and readable. Bad data → 422, never a 500 crash.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YOUR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shape, used everywhere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 single error response format as a team. Consistency lets the interface (Phase 3) show every error the same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8138160" cy="1051560"/>
          </a:xfrm>
          <a:prstGeom prst="roundedRectangle">
            <a:avLst>
              <a:gd name="adj" fmla="val 4348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258568"/>
            <a:ext cx="78089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"status": 422, "error": "qty out of range", "field": "qty" 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3977640" cy="1280160"/>
          </a:xfrm>
          <a:prstGeom prst="roundedRectangle">
            <a:avLst>
              <a:gd name="adj" fmla="val 571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6118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374794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6027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8952" y="425196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human message. Name the failing field. Same shape every time.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3383280"/>
            <a:ext cx="3977640" cy="128016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92040" y="3611880"/>
            <a:ext cx="566928" cy="56692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03" y="3747943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36027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19472" y="425196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stack traces or raw database errors. Log those server-side instead.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VS. AUTHORIZATION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gates students conflate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1828800"/>
          </a:xfrm>
          <a:prstGeom prst="roundedRectangle">
            <a:avLst>
              <a:gd name="adj" fmla="val 4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9648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96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68880"/>
            <a:ext cx="3465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 Proving identity — login, token. The bouncer checking ID at the door.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77640" cy="1828800"/>
          </a:xfrm>
          <a:prstGeom prst="roundedRectangle">
            <a:avLst>
              <a:gd name="adj" fmla="val 4000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828800"/>
            <a:ext cx="566928" cy="56692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03" y="196486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196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2468880"/>
            <a:ext cx="3465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ALLOWED to do? Permissions once identified. Which rooms you may enter.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657600"/>
            <a:ext cx="8138160" cy="822960"/>
          </a:xfrm>
          <a:prstGeom prst="roundedRectangle">
            <a:avLst>
              <a:gd name="adj" fmla="val 5556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7512" y="3767328"/>
            <a:ext cx="7808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currentUserOwns(order):   return response(403, "not allowed")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every route — by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9191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matrix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field, every rule, per route.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83080"/>
            <a:ext cx="566928" cy="56692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03" y="19191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clauses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bad input with 422 before your logic.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830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423" y="191914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your app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3679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bad input; confirm it's handled, not crashed.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8138160" cy="96012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6118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OFF. If any bad input returns a 500 or crashes the server, that's a hole — fix it before you leave. Next week: controllers, tests, and the live checkpoint.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023360" cy="402336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the client — server-side validation is the real gate; client-side is just UX.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rejects bad input; sanitization cleans what you keep. Validate first.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Guard-clause at the top of every handler; reject bad data with 422 before your logic runs.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= who are you; authorization = what may you do. Guard sensitive actions.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 Validation &amp; Defensive Coding</dc:title>
  <dc:subject>PptxGenJS Presentation</dc:subject>
  <dc:creator>Course Instructor</dc:creator>
  <cp:lastModifiedBy>Course Instructor</cp:lastModifiedBy>
  <cp:revision>1</cp:revision>
  <dcterms:created xsi:type="dcterms:W3CDTF">2026-07-22T09:49:14Z</dcterms:created>
  <dcterms:modified xsi:type="dcterms:W3CDTF">2026-07-22T09:49:14Z</dcterms:modified>
</cp:coreProperties>
</file>