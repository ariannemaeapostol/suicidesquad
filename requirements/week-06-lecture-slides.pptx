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— AI turns ON, prompt logs mandatory. This week: turn data into UI with components, lists, and conditionals; translate the Week 2 wireframes into real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AI-on turn. Required, logged, and you still own the code. Frame honestly: the skill shifts to directing and reviewing, not typing every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 returns data; the view turns it into UI. UI is a function of state — the core mental model for the whole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component is a reusable chunk: nav, list, row, badge. Reuse, isolation, readability. The row is the piece built once and repeated.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Composition: page contains list contains row contains badge. Draw the tree. Each component takes data (props) and renders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Lists: map data to rows. One row component, rendered per item. The UI length follows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Conditionals render different UI per state. This is where Week 2's empty/loading/error wireframes become code. A list with no empty state shows a blank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identify components, semantic HTML, light styling, wire in data. The wireframe is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good AI use: scaffold, then review and fix. Prompt logs mandatory. Previews Week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framework's expression of the concept. Teams on other stacks map the same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Components, screens, states. AI on with mandatory prompt logs. Hold teams to the wireframe's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Views render state via components, lists, and conditionals. Next week: make them interactive — bind forms to your controllers.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206240" cy="420624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oval">
            <a:avLst/>
          </a:prstGeom>
          <a:solidFill>
            <a:srgbClr val="1F7A6B">
              <a:alpha val="3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822960" cy="82296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5233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 — INTERFACE BINDING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 Layer &amp; Component Architecture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— AI-Assisted Applied Bootcamp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526280"/>
            <a:ext cx="2286000" cy="384048"/>
          </a:xfrm>
          <a:prstGeom prst="roundedRectangle">
            <a:avLst>
              <a:gd name="adj" fmla="val 14286"/>
            </a:avLst>
          </a:prstGeom>
          <a:solidFill>
            <a:srgbClr val="1F7A6B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526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ON · REQUIRED TOOL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can…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0352" cy="530352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924" y="1608612"/>
            <a:ext cx="275783" cy="275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63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layer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0" y="14630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view layer does — render state as UI.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04288"/>
            <a:ext cx="530352" cy="530352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" y="2431572"/>
            <a:ext cx="275783" cy="2757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86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57600" y="22860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screen into reusable pieces.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27248"/>
            <a:ext cx="530352" cy="530352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4" y="3254532"/>
            <a:ext cx="275783" cy="2757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089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state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57600" y="31089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data into UI with lists and conditionals.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950208"/>
            <a:ext cx="530352" cy="530352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" y="4077492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AI well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657600" y="39319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with AI, review it, and log prompts.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turns 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148840"/>
          </a:xfrm>
          <a:prstGeom prst="roundedRectangle">
            <a:avLst>
              <a:gd name="adj" fmla="val 3404"/>
            </a:avLst>
          </a:prstGeom>
          <a:solidFill>
            <a:srgbClr val="E1F0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395728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a required tool — this is how professionals build. Use it to move faster.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554480"/>
            <a:ext cx="2606040" cy="2148840"/>
          </a:xfrm>
          <a:prstGeom prst="roundedRectangle">
            <a:avLst>
              <a:gd name="adj" fmla="val 340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39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4223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02152" y="2395728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logs are mandatory. Record key prompts; mark AI-generated vs. hand-written.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89320" y="1554480"/>
            <a:ext cx="2606040" cy="2148840"/>
          </a:xfrm>
          <a:prstGeom prst="roundedRectangle">
            <a:avLst>
              <a:gd name="adj" fmla="val 3404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9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8543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own 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45352" y="2395728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drafts; you review, fix, and defend. Using AI is fine — hiding it is not.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886200"/>
            <a:ext cx="8138160" cy="731520"/>
          </a:xfrm>
          <a:prstGeom prst="roundedRectangle">
            <a:avLst>
              <a:gd name="adj" fmla="val 7500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cleared the Fundamentals Wall by hand — which is exactly what lets you judge whether AI's output is correct. The skill now is directing and reviewing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VIEW LAYER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state as UI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746504" cy="1371600"/>
          </a:xfrm>
          <a:prstGeom prst="roundedRectangle">
            <a:avLst>
              <a:gd name="adj" fmla="val 5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" y="183794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035" y="196083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8658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layer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31136" y="169164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33472" y="1691640"/>
            <a:ext cx="1746504" cy="1371600"/>
          </a:xfrm>
          <a:prstGeom prst="roundedRectangle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50692" y="1837944"/>
            <a:ext cx="512064" cy="512064"/>
          </a:xfrm>
          <a:prstGeom prst="oval">
            <a:avLst/>
          </a:prstGeom>
          <a:solidFill>
            <a:srgbClr val="5B647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587" y="196083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33472" y="238658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633472" y="265176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361688" y="169164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64024" y="1691640"/>
            <a:ext cx="1746504" cy="1371600"/>
          </a:xfrm>
          <a:prstGeom prst="roundedRectangle">
            <a:avLst>
              <a:gd name="adj" fmla="val 5333"/>
            </a:avLst>
          </a:prstGeom>
          <a:solidFill>
            <a:srgbClr val="EAF0F6"/>
          </a:solidFill>
          <a:ln w="19050">
            <a:solidFill>
              <a:srgbClr val="C0562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81244" y="1837944"/>
            <a:ext cx="512064" cy="512064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39" y="1960839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64024" y="238658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layer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764024" y="265176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92240" y="169164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894576" y="1691640"/>
            <a:ext cx="1746504" cy="1371600"/>
          </a:xfrm>
          <a:prstGeom prst="roundedRectangle">
            <a:avLst>
              <a:gd name="adj" fmla="val 5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11796" y="1837944"/>
            <a:ext cx="512064" cy="512064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691" y="196083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4576" y="238658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sees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894576" y="265176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02920" y="3383280"/>
            <a:ext cx="8138160" cy="1097280"/>
          </a:xfrm>
          <a:prstGeom prst="roundedRectangle">
            <a:avLst>
              <a:gd name="adj" fmla="val 5000"/>
            </a:avLst>
          </a:prstGeom>
          <a:solidFill>
            <a:srgbClr val="F6E9DF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a function of state: given the same data, the view produces the same interface — change the data, the UI updates. True for Blade (server renders) and React/Vue/Angular (client renders) alike.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UI into reusable pieces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83280" cy="2834640"/>
          </a:xfrm>
          <a:prstGeom prst="roundedRectangle">
            <a:avLst>
              <a:gd name="adj" fmla="val 968"/>
            </a:avLst>
          </a:prstGeom>
          <a:solidFill>
            <a:srgbClr val="FFFFFF"/>
          </a:solidFill>
          <a:ln w="15875">
            <a:solidFill>
              <a:srgbClr val="C4C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64208"/>
            <a:ext cx="3163824" cy="384048"/>
          </a:xfrm>
          <a:prstGeom prst="roundedRectangle">
            <a:avLst>
              <a:gd name="adj" fmla="val 7143"/>
            </a:avLst>
          </a:prstGeom>
          <a:ln w="17780">
            <a:solidFill>
              <a:srgbClr val="1F7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819656"/>
            <a:ext cx="1353312" cy="41148"/>
          </a:xfrm>
          <a:prstGeom prst="rectangle">
            <a:avLst/>
          </a:prstGeom>
          <a:solidFill>
            <a:srgbClr val="7E8A99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57984"/>
            <a:ext cx="3163824" cy="2084832"/>
          </a:xfrm>
          <a:prstGeom prst="roundedRectangle">
            <a:avLst>
              <a:gd name="adj" fmla="val 1316"/>
            </a:avLst>
          </a:prstGeom>
          <a:ln w="17780">
            <a:solidFill>
              <a:srgbClr val="2D5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2304288"/>
            <a:ext cx="2907792" cy="457200"/>
          </a:xfrm>
          <a:prstGeom prst="roundedRectangle">
            <a:avLst>
              <a:gd name="adj" fmla="val 6000"/>
            </a:avLst>
          </a:prstGeom>
          <a:ln w="20320">
            <a:solidFill>
              <a:srgbClr val="C056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423160"/>
            <a:ext cx="502920" cy="219456"/>
          </a:xfrm>
          <a:prstGeom prst="roundedRectangle">
            <a:avLst>
              <a:gd name="adj" fmla="val 12500"/>
            </a:avLst>
          </a:prstGeom>
          <a:ln w="12700">
            <a:solidFill>
              <a:srgbClr val="C056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871216"/>
            <a:ext cx="2907792" cy="457200"/>
          </a:xfrm>
          <a:prstGeom prst="roundedRectangle">
            <a:avLst>
              <a:gd name="adj" fmla="val 6000"/>
            </a:avLst>
          </a:prstGeom>
          <a:ln w="12700">
            <a:solidFill>
              <a:srgbClr val="9AA6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990088"/>
            <a:ext cx="502920" cy="219456"/>
          </a:xfrm>
          <a:prstGeom prst="roundedRectangle">
            <a:avLst>
              <a:gd name="adj" fmla="val 12500"/>
            </a:avLst>
          </a:prstGeom>
          <a:ln w="12700">
            <a:solidFill>
              <a:srgbClr val="C0562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438144"/>
            <a:ext cx="2907792" cy="457200"/>
          </a:xfrm>
          <a:prstGeom prst="roundedRectangle">
            <a:avLst>
              <a:gd name="adj" fmla="val 6000"/>
            </a:avLst>
          </a:prstGeom>
          <a:ln w="12700">
            <a:solidFill>
              <a:srgbClr val="9AA6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3557016"/>
            <a:ext cx="502920" cy="219456"/>
          </a:xfrm>
          <a:prstGeom prst="roundedRectangle">
            <a:avLst>
              <a:gd name="adj" fmla="val 12500"/>
            </a:avLst>
          </a:prstGeom>
          <a:ln w="12700">
            <a:solidFill>
              <a:srgbClr val="C056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828800"/>
            <a:ext cx="256032" cy="256032"/>
          </a:xfrm>
          <a:prstGeom prst="rectangle">
            <a:avLst/>
          </a:prstGeom>
          <a:solidFill>
            <a:srgbClr val="FFFFFF"/>
          </a:solidFill>
          <a:ln w="25400">
            <a:solidFill>
              <a:srgbClr val="1F7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bar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0" y="2377440"/>
            <a:ext cx="256032" cy="256032"/>
          </a:xfrm>
          <a:prstGeom prst="rectangle">
            <a:avLst/>
          </a:prstGeom>
          <a:solidFill>
            <a:srgbClr val="FFFFFF"/>
          </a:solidFill>
          <a:ln w="25400">
            <a:solidFill>
              <a:srgbClr val="2D5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container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0" y="2926080"/>
            <a:ext cx="256032" cy="256032"/>
          </a:xfrm>
          <a:prstGeom prst="rectangle">
            <a:avLst/>
          </a:prstGeom>
          <a:solidFill>
            <a:srgbClr val="FFFFFF"/>
          </a:solidFill>
          <a:ln w="25400">
            <a:solidFill>
              <a:srgbClr val="C056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(built once, reused)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0" y="3474720"/>
            <a:ext cx="256032" cy="256032"/>
          </a:xfrm>
          <a:prstGeom prst="rectangle">
            <a:avLst/>
          </a:prstGeom>
          <a:solidFill>
            <a:srgbClr val="FFFFFF"/>
          </a:solidFill>
          <a:ln w="25400">
            <a:solidFill>
              <a:srgbClr val="C056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4069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the screen from named pieces — not one 400-line file.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nest inside components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4937760" cy="2834640"/>
          </a:xfrm>
          <a:prstGeom prst="roundedRectangle">
            <a:avLst>
              <a:gd name="adj" fmla="val 1935"/>
            </a:avLst>
          </a:prstGeom>
          <a:solidFill>
            <a:srgbClr val="F7F9FB"/>
          </a:solidFill>
          <a:ln w="19050">
            <a:solidFill>
              <a:srgbClr val="2D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1627632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25880" y="2011680"/>
            <a:ext cx="4297680" cy="2148840"/>
          </a:xfrm>
          <a:prstGeom prst="roundedRectangle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1F7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3896" y="208483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2468880"/>
            <a:ext cx="3657600" cy="1463040"/>
          </a:xfrm>
          <a:prstGeom prst="roundedRectangle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C056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936" y="254203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OrderRow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2926080"/>
            <a:ext cx="3017520" cy="777240"/>
          </a:xfrm>
          <a:prstGeom prst="roundedRectangle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299923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StatusBadge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—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screen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2350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OrderList —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rows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9169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OrderRow —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34838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StatusBadge —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piece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40965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has one job; the page is the sum of its parts.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STATE: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data to markup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383280" cy="1371600"/>
          </a:xfrm>
          <a:prstGeom prst="roundedRectangle">
            <a:avLst>
              <a:gd name="adj" fmla="val 3333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72768"/>
            <a:ext cx="3054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= [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item: 'Cake', qty: 2 },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item: 'Pie',  qty: 1 },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item: 'Bun',  qty: 6 },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order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2331720"/>
            <a:ext cx="1417320" cy="0"/>
          </a:xfrm>
          <a:prstGeom prst="line">
            <a:avLst/>
          </a:prstGeom>
          <a:noFill/>
          <a:ln w="25400">
            <a:solidFill>
              <a:srgbClr val="1F7A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0" y="1508760"/>
            <a:ext cx="3108960" cy="384048"/>
          </a:xfrm>
          <a:prstGeom prst="roundedRectangle">
            <a:avLst>
              <a:gd name="adj" fmla="val 7143"/>
            </a:avLst>
          </a:prstGeom>
          <a:ln w="12700">
            <a:solidFill>
              <a:srgbClr val="9AA6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1664208"/>
            <a:ext cx="1828800" cy="41148"/>
          </a:xfrm>
          <a:prstGeom prst="rectangle">
            <a:avLst/>
          </a:prstGeom>
          <a:solidFill>
            <a:srgbClr val="8B96A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0" y="1965960"/>
            <a:ext cx="3108960" cy="384048"/>
          </a:xfrm>
          <a:prstGeom prst="roundedRectangle">
            <a:avLst>
              <a:gd name="adj" fmla="val 7143"/>
            </a:avLst>
          </a:prstGeom>
          <a:ln w="12700">
            <a:solidFill>
              <a:srgbClr val="9AA6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2121408"/>
            <a:ext cx="1828800" cy="41148"/>
          </a:xfrm>
          <a:prstGeom prst="rectangle">
            <a:avLst/>
          </a:prstGeom>
          <a:solidFill>
            <a:srgbClr val="8B96A3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2423160"/>
            <a:ext cx="3108960" cy="384048"/>
          </a:xfrm>
          <a:prstGeom prst="roundedRectangle">
            <a:avLst>
              <a:gd name="adj" fmla="val 7143"/>
            </a:avLst>
          </a:prstGeom>
          <a:ln w="12700">
            <a:solidFill>
              <a:srgbClr val="9AA6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2578608"/>
            <a:ext cx="1828800" cy="41148"/>
          </a:xfrm>
          <a:prstGeom prst="rectangle">
            <a:avLst/>
          </a:prstGeom>
          <a:solidFill>
            <a:srgbClr val="8B96A3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429000"/>
            <a:ext cx="8138160" cy="1005840"/>
          </a:xfrm>
          <a:prstGeom prst="roundedRectangle">
            <a:avLst>
              <a:gd name="adj" fmla="val 5455"/>
            </a:avLst>
          </a:prstGeom>
          <a:solidFill>
            <a:srgbClr val="F6E9D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hand-write ten rows — you loop over the data and render one row per item. The list length follows the data; add a record, a row appears.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STATE: CONDITIONALS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wireframe states become real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40080" cy="640080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24853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state?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371600" y="2651760"/>
            <a:ext cx="1188720" cy="-932688"/>
          </a:xfrm>
          <a:prstGeom prst="line">
            <a:avLst/>
          </a:prstGeom>
          <a:noFill/>
          <a:ln w="19050">
            <a:solidFill>
              <a:srgbClr val="C0562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06040" y="1463040"/>
            <a:ext cx="2011680" cy="566928"/>
          </a:xfrm>
          <a:prstGeom prst="roundedRectangle">
            <a:avLst>
              <a:gd name="adj" fmla="val 9677"/>
            </a:avLst>
          </a:prstGeom>
          <a:solidFill>
            <a:srgbClr val="FFFFFF"/>
          </a:solidFill>
          <a:ln w="20320">
            <a:solidFill>
              <a:srgbClr val="C0562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06040" y="1463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14630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→ empty state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2651760"/>
            <a:ext cx="1188720" cy="-182880"/>
          </a:xfrm>
          <a:prstGeom prst="line">
            <a:avLst/>
          </a:prstGeom>
          <a:noFill/>
          <a:ln w="19050">
            <a:solidFill>
              <a:srgbClr val="2D5A8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06040" y="2212848"/>
            <a:ext cx="2011680" cy="566928"/>
          </a:xfrm>
          <a:prstGeom prst="roundedRectangle">
            <a:avLst>
              <a:gd name="adj" fmla="val 9677"/>
            </a:avLst>
          </a:prstGeom>
          <a:solidFill>
            <a:srgbClr val="FFFFFF"/>
          </a:solidFill>
          <a:ln w="20320">
            <a:solidFill>
              <a:srgbClr val="2D5A8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06040" y="22128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0" y="22128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→ spinner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371600" y="2651760"/>
            <a:ext cx="1188720" cy="566928"/>
          </a:xfrm>
          <a:prstGeom prst="line">
            <a:avLst/>
          </a:prstGeom>
          <a:noFill/>
          <a:ln w="19050">
            <a:solidFill>
              <a:srgbClr val="C0562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06040" y="2962656"/>
            <a:ext cx="2011680" cy="566928"/>
          </a:xfrm>
          <a:prstGeom prst="roundedRectangle">
            <a:avLst>
              <a:gd name="adj" fmla="val 9677"/>
            </a:avLst>
          </a:prstGeom>
          <a:solidFill>
            <a:srgbClr val="FFFFFF"/>
          </a:solidFill>
          <a:ln w="20320">
            <a:solidFill>
              <a:srgbClr val="C0562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606040" y="29626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54880" y="29626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message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371600" y="2651760"/>
            <a:ext cx="1188720" cy="1316736"/>
          </a:xfrm>
          <a:prstGeom prst="line">
            <a:avLst/>
          </a:prstGeom>
          <a:noFill/>
          <a:ln w="19050">
            <a:solidFill>
              <a:srgbClr val="1F7A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06040" y="3712464"/>
            <a:ext cx="2011680" cy="566928"/>
          </a:xfrm>
          <a:prstGeom prst="roundedRectangle">
            <a:avLst>
              <a:gd name="adj" fmla="val 9677"/>
            </a:avLst>
          </a:prstGeom>
          <a:solidFill>
            <a:srgbClr val="FFFFFF"/>
          </a:solidFill>
          <a:ln w="20320">
            <a:solidFill>
              <a:srgbClr val="1F7A6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606040" y="37124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0" y="37124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render rows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WIREFRAME TO MARKUP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wireframe is the contract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746504" cy="1417320"/>
          </a:xfrm>
          <a:prstGeom prst="roundedRectangle">
            <a:avLst>
              <a:gd name="adj" fmla="val 516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" y="197510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035" y="209799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52374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31136" y="1828800"/>
            <a:ext cx="384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33472" y="1828800"/>
            <a:ext cx="1746504" cy="1417320"/>
          </a:xfrm>
          <a:prstGeom prst="roundedRectangle">
            <a:avLst>
              <a:gd name="adj" fmla="val 516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50692" y="1975104"/>
            <a:ext cx="512064" cy="512064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587" y="209799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33472" y="252374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633472" y="278892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first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361688" y="1828800"/>
            <a:ext cx="384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64024" y="1828800"/>
            <a:ext cx="1746504" cy="1417320"/>
          </a:xfrm>
          <a:prstGeom prst="roundedRectangle">
            <a:avLst>
              <a:gd name="adj" fmla="val 516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81244" y="1975104"/>
            <a:ext cx="512064" cy="512064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39" y="2097999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64024" y="252374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lightly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764024" y="278892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layout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92240" y="1828800"/>
            <a:ext cx="384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894576" y="1828800"/>
            <a:ext cx="1746504" cy="1417320"/>
          </a:xfrm>
          <a:prstGeom prst="roundedRectangle">
            <a:avLst>
              <a:gd name="adj" fmla="val 5161"/>
            </a:avLst>
          </a:prstGeom>
          <a:solidFill>
            <a:srgbClr val="EAF0F6"/>
          </a:solidFill>
          <a:ln w="19050">
            <a:solidFill>
              <a:srgbClr val="C0562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11796" y="1975104"/>
            <a:ext cx="512064" cy="51206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691" y="209799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4576" y="252374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data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894576" y="278892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+ conditionals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02920" y="3566160"/>
            <a:ext cx="8138160" cy="868680"/>
          </a:xfrm>
          <a:prstGeom prst="roundedRectangle">
            <a:avLst>
              <a:gd name="adj" fmla="val 6316"/>
            </a:avLst>
          </a:prstGeom>
          <a:solidFill>
            <a:srgbClr val="F6E9DF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35661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screen or state was in your Week 2 wireframe, it should exist now. The wireframe is the contract; the markup realizes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 fast — review carefully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1600200"/>
          </a:xfrm>
          <a:prstGeom prst="roundedRectangle">
            <a:avLst>
              <a:gd name="adj" fmla="val 4571"/>
            </a:avLst>
          </a:prstGeom>
          <a:solidFill>
            <a:srgbClr val="E1F0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739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395728"/>
            <a:ext cx="3465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“Scaffold an accessible order-row component showing item, qty, and a status badge.”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77640" cy="1600200"/>
          </a:xfrm>
          <a:prstGeom prst="roundedRectangle">
            <a:avLst>
              <a:gd name="adj" fmla="val 457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7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7739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19472" y="2395728"/>
            <a:ext cx="3465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markup can be subtly wrong — inaccessible, non-semantic, off-wireframe. Read every line and fix 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383280"/>
            <a:ext cx="8138160" cy="1005840"/>
          </a:xfrm>
          <a:prstGeom prst="roundedRectangle">
            <a:avLst>
              <a:gd name="adj" fmla="val 5455"/>
            </a:avLst>
          </a:prstGeom>
          <a:solidFill>
            <a:srgbClr val="F6E9DF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preview of Week 9, where reviewing AI code becomes the headline skill. Log your prompts in /docs/ai-notes and mark AI-generated vs. hand-written — undisclosed use is an integrity violation.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LARAVEL — ONE CONCRETE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 components, lists &amp; conditionals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2606040"/>
          </a:xfrm>
          <a:prstGeom prst="roundedRectangle">
            <a:avLst>
              <a:gd name="adj" fmla="val 1754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27048"/>
            <a:ext cx="780897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{{-- resources/views/components/order-row.blade.php --}}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&lt;td&gt;{{ $order-&gt;item }}&lt;/td&gt;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&lt;td&gt;{{ $order-&gt;qty }}&lt;/td&gt;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&lt;td&gt;&lt;span class="badge"&gt;{{ $order-&gt;status }}&lt;/span&gt;&lt;/td&gt;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{{-- the list + empty-state conditional --}}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@forelse ($orders as $order)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&lt;x-order-row :order="$order" /&gt;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@empty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&lt;p&gt;No orders yet.&lt;/p&gt;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@endforelse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4187952"/>
            <a:ext cx="8138160" cy="685800"/>
          </a:xfrm>
          <a:prstGeom prst="roundedRectangle">
            <a:avLst>
              <a:gd name="adj" fmla="val 8000"/>
            </a:avLst>
          </a:prstGeom>
          <a:solidFill>
            <a:srgbClr val="F6E9D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879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@forelse/@empty is the list-plus-empty-state pattern, built in. Components, lists, conditionals — the concepts transfer to React, Vue, Angular.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wireframes into real views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395728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wireframes into reusable pieces.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783080"/>
            <a:ext cx="548640" cy="54864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795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screens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2395728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for every screen.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76872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36792" y="2395728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empty, loading, and error.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566160"/>
            <a:ext cx="8138160" cy="960120"/>
          </a:xfrm>
          <a:prstGeom prst="roundedRectangle">
            <a:avLst>
              <a:gd name="adj" fmla="val 5714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56616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 — scaffold with it, then review every line. Keep a prompt log in /docs/ai-notes and label AI-generated vs. hand-written. Real data binding comes next week.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023360" cy="402336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31520" cy="731520"/>
          </a:xfrm>
          <a:prstGeom prst="oval">
            <a:avLst/>
          </a:prstGeom>
          <a:solidFill>
            <a:srgbClr val="1F7A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layer renders state as UI — UI is a function of your data.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interface from reusable components; compose screens from pieces.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map data to markup; conditionals render empty / loading / error states.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 and required now — scaffold fast, review carefully, and log your prompts.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View Layer &amp; Component Architecture</dc:title>
  <dc:subject>PptxGenJS Presentation</dc:subject>
  <dc:creator>Course Instructor</dc:creator>
  <cp:lastModifiedBy>Course Instructor</cp:lastModifiedBy>
  <cp:revision>1</cp:revision>
  <dcterms:created xsi:type="dcterms:W3CDTF">2026-08-19T23:40:04Z</dcterms:created>
  <dcterms:modified xsi:type="dcterms:W3CDTF">2026-08-19T23:40:04Z</dcterms:modified>
</cp:coreProperties>
</file>